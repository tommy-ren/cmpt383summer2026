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6301"/>
  </p:normalViewPr>
  <p:slideViewPr>
    <p:cSldViewPr snapToGrid="0">
      <p:cViewPr varScale="1">
        <p:scale>
          <a:sx n="127" d="100"/>
          <a:sy n="127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addSld delSld modSld">
      <pc:chgData name="Toby Donaldson" userId="2e6e5431-bb17-4c41-9985-d39c50d83c73" providerId="ADAL" clId="{F31BC264-820E-54C4-A6D1-F92AF9CC222E}" dt="2026-05-12T06:31:36.131" v="1795" actId="20577"/>
      <pc:docMkLst>
        <pc:docMk/>
      </pc:docMkLst>
      <pc:sldChg chg="modSp mod">
        <pc:chgData name="Toby Donaldson" userId="2e6e5431-bb17-4c41-9985-d39c50d83c73" providerId="ADAL" clId="{F31BC264-820E-54C4-A6D1-F92AF9CC222E}" dt="2026-05-12T06:09:42.368" v="40" actId="20577"/>
        <pc:sldMkLst>
          <pc:docMk/>
          <pc:sldMk cId="917661366" sldId="256"/>
        </pc:sldMkLst>
        <pc:spChg chg="mod">
          <ac:chgData name="Toby Donaldson" userId="2e6e5431-bb17-4c41-9985-d39c50d83c73" providerId="ADAL" clId="{F31BC264-820E-54C4-A6D1-F92AF9CC222E}" dt="2026-05-12T06:09:36.530" v="39" actId="20577"/>
          <ac:spMkLst>
            <pc:docMk/>
            <pc:sldMk cId="917661366" sldId="256"/>
            <ac:spMk id="2" creationId="{28C4407D-D12A-4EB5-3D45-394B55614B61}"/>
          </ac:spMkLst>
        </pc:spChg>
        <pc:spChg chg="mod">
          <ac:chgData name="Toby Donaldson" userId="2e6e5431-bb17-4c41-9985-d39c50d83c73" providerId="ADAL" clId="{F31BC264-820E-54C4-A6D1-F92AF9CC222E}" dt="2026-05-12T06:09:42.368" v="40" actId="20577"/>
          <ac:spMkLst>
            <pc:docMk/>
            <pc:sldMk cId="917661366" sldId="256"/>
            <ac:spMk id="3" creationId="{5069060A-1B94-C5E8-1A39-5721CC58FD9A}"/>
          </ac:spMkLst>
        </pc:spChg>
      </pc:sldChg>
      <pc:sldChg chg="modSp mod">
        <pc:chgData name="Toby Donaldson" userId="2e6e5431-bb17-4c41-9985-d39c50d83c73" providerId="ADAL" clId="{F31BC264-820E-54C4-A6D1-F92AF9CC222E}" dt="2026-05-12T06:15:37.716" v="966" actId="20577"/>
        <pc:sldMkLst>
          <pc:docMk/>
          <pc:sldMk cId="3882066604" sldId="257"/>
        </pc:sldMkLst>
        <pc:spChg chg="mod">
          <ac:chgData name="Toby Donaldson" userId="2e6e5431-bb17-4c41-9985-d39c50d83c73" providerId="ADAL" clId="{F31BC264-820E-54C4-A6D1-F92AF9CC222E}" dt="2026-05-12T06:15:37.716" v="966" actId="20577"/>
          <ac:spMkLst>
            <pc:docMk/>
            <pc:sldMk cId="3882066604" sldId="257"/>
            <ac:spMk id="3" creationId="{3D0D92EC-EF6B-87D9-B8C2-4378B9BB5D7B}"/>
          </ac:spMkLst>
        </pc:spChg>
      </pc:sldChg>
      <pc:sldChg chg="modSp mod">
        <pc:chgData name="Toby Donaldson" userId="2e6e5431-bb17-4c41-9985-d39c50d83c73" providerId="ADAL" clId="{F31BC264-820E-54C4-A6D1-F92AF9CC222E}" dt="2026-05-12T06:16:36.723" v="970" actId="12"/>
        <pc:sldMkLst>
          <pc:docMk/>
          <pc:sldMk cId="2285235809" sldId="258"/>
        </pc:sldMkLst>
        <pc:spChg chg="mod">
          <ac:chgData name="Toby Donaldson" userId="2e6e5431-bb17-4c41-9985-d39c50d83c73" providerId="ADAL" clId="{F31BC264-820E-54C4-A6D1-F92AF9CC222E}" dt="2026-05-12T06:16:36.723" v="970" actId="12"/>
          <ac:spMkLst>
            <pc:docMk/>
            <pc:sldMk cId="2285235809" sldId="258"/>
            <ac:spMk id="3" creationId="{C249A91B-1AF2-5860-51B3-0F961377191C}"/>
          </ac:spMkLst>
        </pc:spChg>
      </pc:sldChg>
      <pc:sldChg chg="modSp mod">
        <pc:chgData name="Toby Donaldson" userId="2e6e5431-bb17-4c41-9985-d39c50d83c73" providerId="ADAL" clId="{F31BC264-820E-54C4-A6D1-F92AF9CC222E}" dt="2026-05-12T06:19:23.476" v="1447" actId="113"/>
        <pc:sldMkLst>
          <pc:docMk/>
          <pc:sldMk cId="2983885050" sldId="259"/>
        </pc:sldMkLst>
        <pc:spChg chg="mod">
          <ac:chgData name="Toby Donaldson" userId="2e6e5431-bb17-4c41-9985-d39c50d83c73" providerId="ADAL" clId="{F31BC264-820E-54C4-A6D1-F92AF9CC222E}" dt="2026-05-12T06:19:23.476" v="1447" actId="113"/>
          <ac:spMkLst>
            <pc:docMk/>
            <pc:sldMk cId="2983885050" sldId="259"/>
            <ac:spMk id="3" creationId="{843068ED-BB18-52BE-8612-9CB7157D0305}"/>
          </ac:spMkLst>
        </pc:spChg>
      </pc:sldChg>
      <pc:sldChg chg="modSp mod">
        <pc:chgData name="Toby Donaldson" userId="2e6e5431-bb17-4c41-9985-d39c50d83c73" providerId="ADAL" clId="{F31BC264-820E-54C4-A6D1-F92AF9CC222E}" dt="2026-05-12T06:19:51.016" v="1523" actId="20577"/>
        <pc:sldMkLst>
          <pc:docMk/>
          <pc:sldMk cId="3378692664" sldId="260"/>
        </pc:sldMkLst>
        <pc:spChg chg="mod">
          <ac:chgData name="Toby Donaldson" userId="2e6e5431-bb17-4c41-9985-d39c50d83c73" providerId="ADAL" clId="{F31BC264-820E-54C4-A6D1-F92AF9CC222E}" dt="2026-05-12T06:17:08.843" v="1010" actId="20577"/>
          <ac:spMkLst>
            <pc:docMk/>
            <pc:sldMk cId="3378692664" sldId="260"/>
            <ac:spMk id="2" creationId="{32603630-C11A-B79D-B4D2-99CA8CAD5355}"/>
          </ac:spMkLst>
        </pc:spChg>
        <pc:spChg chg="mod">
          <ac:chgData name="Toby Donaldson" userId="2e6e5431-bb17-4c41-9985-d39c50d83c73" providerId="ADAL" clId="{F31BC264-820E-54C4-A6D1-F92AF9CC222E}" dt="2026-05-12T06:19:51.016" v="1523" actId="20577"/>
          <ac:spMkLst>
            <pc:docMk/>
            <pc:sldMk cId="3378692664" sldId="260"/>
            <ac:spMk id="3" creationId="{64B84B77-0FD8-D56A-EE91-0F618FDAFFF8}"/>
          </ac:spMkLst>
        </pc:spChg>
      </pc:sldChg>
      <pc:sldChg chg="modSp add mod">
        <pc:chgData name="Toby Donaldson" userId="2e6e5431-bb17-4c41-9985-d39c50d83c73" providerId="ADAL" clId="{F31BC264-820E-54C4-A6D1-F92AF9CC222E}" dt="2026-05-12T06:31:36.131" v="1795" actId="20577"/>
        <pc:sldMkLst>
          <pc:docMk/>
          <pc:sldMk cId="1714044195" sldId="261"/>
        </pc:sldMkLst>
        <pc:spChg chg="mod">
          <ac:chgData name="Toby Donaldson" userId="2e6e5431-bb17-4c41-9985-d39c50d83c73" providerId="ADAL" clId="{F31BC264-820E-54C4-A6D1-F92AF9CC222E}" dt="2026-05-12T06:30:06.483" v="1530" actId="20577"/>
          <ac:spMkLst>
            <pc:docMk/>
            <pc:sldMk cId="1714044195" sldId="261"/>
            <ac:spMk id="2" creationId="{8BBECB42-D40A-B3B5-58D9-08867EB7279C}"/>
          </ac:spMkLst>
        </pc:spChg>
        <pc:spChg chg="mod">
          <ac:chgData name="Toby Donaldson" userId="2e6e5431-bb17-4c41-9985-d39c50d83c73" providerId="ADAL" clId="{F31BC264-820E-54C4-A6D1-F92AF9CC222E}" dt="2026-05-12T06:31:36.131" v="1795" actId="20577"/>
          <ac:spMkLst>
            <pc:docMk/>
            <pc:sldMk cId="1714044195" sldId="261"/>
            <ac:spMk id="3" creationId="{7E38AC56-E7BF-C483-FD5A-73282855C224}"/>
          </ac:spMkLst>
        </pc:spChg>
      </pc:sldChg>
      <pc:sldChg chg="del">
        <pc:chgData name="Toby Donaldson" userId="2e6e5431-bb17-4c41-9985-d39c50d83c73" providerId="ADAL" clId="{F31BC264-820E-54C4-A6D1-F92AF9CC222E}" dt="2026-05-12T06:19:07.625" v="1446" actId="2696"/>
        <pc:sldMkLst>
          <pc:docMk/>
          <pc:sldMk cId="3079706127" sldId="261"/>
        </pc:sldMkLst>
      </pc:sldChg>
      <pc:sldChg chg="del">
        <pc:chgData name="Toby Donaldson" userId="2e6e5431-bb17-4c41-9985-d39c50d83c73" providerId="ADAL" clId="{F31BC264-820E-54C4-A6D1-F92AF9CC222E}" dt="2026-05-12T06:19:07.625" v="1446" actId="2696"/>
        <pc:sldMkLst>
          <pc:docMk/>
          <pc:sldMk cId="570944480" sldId="262"/>
        </pc:sldMkLst>
      </pc:sldChg>
      <pc:sldChg chg="del">
        <pc:chgData name="Toby Donaldson" userId="2e6e5431-bb17-4c41-9985-d39c50d83c73" providerId="ADAL" clId="{F31BC264-820E-54C4-A6D1-F92AF9CC222E}" dt="2026-05-12T06:19:07.625" v="1446" actId="2696"/>
        <pc:sldMkLst>
          <pc:docMk/>
          <pc:sldMk cId="1725074489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407D-D12A-4EB5-3D45-394B55614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CMPT 383</a:t>
            </a:r>
            <a:br>
              <a:rPr lang="en-US" dirty="0"/>
            </a:br>
            <a:r>
              <a:rPr lang="en-US" dirty="0"/>
              <a:t>Comparative Programming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9060A-1B94-C5E8-1A39-5721CC58F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Surrey</a:t>
            </a:r>
          </a:p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91766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36E0-3BA2-3C80-3275-9F819EE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92EC-EF6B-87D9-B8C2-4378B9BB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This course compares these programming languages:</a:t>
            </a:r>
          </a:p>
          <a:p>
            <a:pPr marL="0" indent="0">
              <a:buNone/>
            </a:pPr>
            <a:r>
              <a:rPr lang="en-US" b="1" dirty="0"/>
              <a:t>Python</a:t>
            </a:r>
          </a:p>
          <a:p>
            <a:pPr lvl="1"/>
            <a:r>
              <a:rPr lang="en-US" dirty="0"/>
              <a:t>Advanced features of one of the most popular programming languages ever.</a:t>
            </a:r>
          </a:p>
          <a:p>
            <a:pPr marL="0" indent="0">
              <a:buNone/>
            </a:pPr>
            <a:r>
              <a:rPr lang="en-US" b="1" dirty="0"/>
              <a:t>Go</a:t>
            </a:r>
          </a:p>
          <a:p>
            <a:pPr lvl="1"/>
            <a:r>
              <a:rPr lang="en-US" dirty="0"/>
              <a:t>A modern statically-typed language that emphasizes simplicity. Popular in practice for web servers.</a:t>
            </a:r>
          </a:p>
          <a:p>
            <a:pPr marL="0" indent="0">
              <a:buNone/>
            </a:pPr>
            <a:r>
              <a:rPr lang="en-US" b="1" dirty="0"/>
              <a:t>Racket</a:t>
            </a:r>
          </a:p>
          <a:p>
            <a:pPr lvl="1"/>
            <a:r>
              <a:rPr lang="en-US" dirty="0"/>
              <a:t>A version of LISP, an influential language first created in the 1950s. The programs are lists!</a:t>
            </a:r>
          </a:p>
          <a:p>
            <a:pPr marL="0" indent="0">
              <a:buNone/>
            </a:pPr>
            <a:r>
              <a:rPr lang="en-US" b="1" dirty="0"/>
              <a:t>Haskell</a:t>
            </a:r>
          </a:p>
          <a:p>
            <a:pPr lvl="1"/>
            <a:r>
              <a:rPr lang="en-US" dirty="0"/>
              <a:t>An elegant language that is similar spirit to LISP, but adds static type checking. Packed with all kind of interesting ideas.</a:t>
            </a:r>
          </a:p>
          <a:p>
            <a:pPr marL="0" indent="0">
              <a:buNone/>
            </a:pPr>
            <a:r>
              <a:rPr lang="en-US" b="1" dirty="0"/>
              <a:t>Prolog</a:t>
            </a:r>
          </a:p>
          <a:p>
            <a:pPr lvl="1"/>
            <a:r>
              <a:rPr lang="en-US" dirty="0"/>
              <a:t>A “logic programming” or “relational programming” language. It has automatic backtracking built-in.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06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8DEA-F084-80EB-E9BF-E246AED6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9A91B-1AF2-5860-51B3-0F961377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Throughout the semester there are 5 in-class 30-minute closed-book quizzes about the most recent course topics.</a:t>
            </a:r>
          </a:p>
          <a:p>
            <a:pPr lvl="1"/>
            <a:r>
              <a:rPr lang="en-US" dirty="0"/>
              <a:t>You must do these in-person.</a:t>
            </a:r>
          </a:p>
          <a:p>
            <a:pPr lvl="1"/>
            <a:r>
              <a:rPr lang="en-US" dirty="0"/>
              <a:t>If you miss one for </a:t>
            </a:r>
            <a:r>
              <a:rPr lang="en-US" b="1" dirty="0"/>
              <a:t>any reason</a:t>
            </a:r>
            <a:r>
              <a:rPr lang="en-US" dirty="0"/>
              <a:t>, your %-score on the final exam will replace the %-score of the missed quiz.</a:t>
            </a:r>
          </a:p>
          <a:p>
            <a:pPr lvl="1"/>
            <a:r>
              <a:rPr lang="en-US" dirty="0"/>
              <a:t>Similarly, if your %-score on the final is higher than a %-score on a quiz, we’ll replace that quiz with the final %-score.</a:t>
            </a:r>
          </a:p>
          <a:p>
            <a:pPr marL="0" indent="0">
              <a:buNone/>
            </a:pPr>
            <a:r>
              <a:rPr lang="en-US" dirty="0"/>
              <a:t>The final exam is 3 hours and covers the entire course</a:t>
            </a:r>
          </a:p>
          <a:p>
            <a:pPr lvl="1"/>
            <a:r>
              <a:rPr lang="en-US" dirty="0"/>
              <a:t>It will be similar in style to the quizzes, just longer</a:t>
            </a:r>
          </a:p>
        </p:txBody>
      </p:sp>
    </p:spTree>
    <p:extLst>
      <p:ext uri="{BB962C8B-B14F-4D97-AF65-F5344CB8AC3E}">
        <p14:creationId xmlns:p14="http://schemas.microsoft.com/office/powerpoint/2010/main" val="2285235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3AA8-5131-DE9F-1359-60C12981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FEA7-1D34-8F7B-AA26-9DACC9D2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68ED-BB18-52BE-8612-9CB7157D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/>
              <a:t>no</a:t>
            </a:r>
            <a:r>
              <a:rPr lang="en-US" dirty="0"/>
              <a:t> assignments or projects worth any marks</a:t>
            </a:r>
          </a:p>
          <a:p>
            <a:pPr lvl="1"/>
            <a:r>
              <a:rPr lang="en-US" dirty="0"/>
              <a:t>But we will publish problem sets</a:t>
            </a:r>
          </a:p>
          <a:p>
            <a:pPr lvl="1"/>
            <a:r>
              <a:rPr lang="en-US" dirty="0"/>
              <a:t>If you </a:t>
            </a:r>
            <a:r>
              <a:rPr lang="en-US" b="1" dirty="0"/>
              <a:t>don’t</a:t>
            </a:r>
            <a:r>
              <a:rPr lang="en-US" dirty="0"/>
              <a:t> do the problem sets, you’ll probably fail the quizzes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88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3630-C11A-B79D-B4D2-99CA8CAD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the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84B77-0FD8-D56A-EE91-0F618FDAF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is probably the easiest way to get install and use all the languages in this course.</a:t>
            </a:r>
          </a:p>
          <a:p>
            <a:r>
              <a:rPr lang="en-US" dirty="0"/>
              <a:t>VS Code (or similar programming editors) have helpful plug-ins for most languages.</a:t>
            </a:r>
          </a:p>
          <a:p>
            <a:r>
              <a:rPr lang="en-US" dirty="0"/>
              <a:t>You may find that AI is not as helpful with languages such as Racket, Haskell, and Prolog: they are not that common in practice!</a:t>
            </a:r>
          </a:p>
          <a:p>
            <a:r>
              <a:rPr lang="en-US" dirty="0"/>
              <a:t>Remember: don’t outsource your learning to AI. </a:t>
            </a:r>
          </a:p>
        </p:txBody>
      </p:sp>
    </p:spTree>
    <p:extLst>
      <p:ext uri="{BB962C8B-B14F-4D97-AF65-F5344CB8AC3E}">
        <p14:creationId xmlns:p14="http://schemas.microsoft.com/office/powerpoint/2010/main" val="337869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D45D1-5226-3CB9-3B03-D80B2E37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ECB42-D40A-B3B5-58D9-08867EB7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AC56-E7BF-C483-FD5A-73282855C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use regular Python … make sure </a:t>
            </a:r>
            <a:r>
              <a:rPr lang="en-US"/>
              <a:t>you use </a:t>
            </a:r>
            <a:r>
              <a:rPr lang="en-US" dirty="0"/>
              <a:t>a recent version (e.g. from this year or last year).</a:t>
            </a:r>
          </a:p>
          <a:p>
            <a:r>
              <a:rPr lang="en-US" dirty="0"/>
              <a:t>We assume you know basic Python already.</a:t>
            </a:r>
          </a:p>
          <a:p>
            <a:r>
              <a:rPr lang="en-US" dirty="0"/>
              <a:t>We will investigate a variety of more advanced features starting with </a:t>
            </a:r>
            <a:r>
              <a:rPr lang="en-US" b="1" dirty="0"/>
              <a:t>list comprehensions</a:t>
            </a:r>
            <a:r>
              <a:rPr lang="en-US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1714044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360</Words>
  <Application>Microsoft Macintosh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CMPT 383 Comparative Programming Languages</vt:lpstr>
      <vt:lpstr>Introduction</vt:lpstr>
      <vt:lpstr>Marking</vt:lpstr>
      <vt:lpstr>Marking</vt:lpstr>
      <vt:lpstr>Installing the Languages</vt:lpstr>
      <vt:lpstr>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2026-05-12T06:31:43Z</dcterms:modified>
</cp:coreProperties>
</file>